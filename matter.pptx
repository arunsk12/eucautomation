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Be Vietnam" charset="1" panose="00000500000000000000"/>
      <p:regular r:id="rId8"/>
    </p:embeddedFont>
    <p:embeddedFont>
      <p:font typeface="The Seasons" charset="1" panose="00000000000000000000"/>
      <p:regular r:id="rId9"/>
    </p:embeddedFont>
    <p:embeddedFont>
      <p:font typeface="Be Vietnam Ultra-Bold" charset="1" panose="000009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76203" y="2533146"/>
            <a:ext cx="12012730" cy="6053220"/>
            <a:chOff x="0" y="0"/>
            <a:chExt cx="3163847" cy="15942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63847" cy="1594264"/>
            </a:xfrm>
            <a:custGeom>
              <a:avLst/>
              <a:gdLst/>
              <a:ahLst/>
              <a:cxnLst/>
              <a:rect r="r" b="b" t="t" l="l"/>
              <a:pathLst>
                <a:path h="1594264" w="3163847">
                  <a:moveTo>
                    <a:pt x="32868" y="0"/>
                  </a:moveTo>
                  <a:lnTo>
                    <a:pt x="3130978" y="0"/>
                  </a:lnTo>
                  <a:cubicBezTo>
                    <a:pt x="3139696" y="0"/>
                    <a:pt x="3148056" y="3463"/>
                    <a:pt x="3154220" y="9627"/>
                  </a:cubicBezTo>
                  <a:cubicBezTo>
                    <a:pt x="3160384" y="15791"/>
                    <a:pt x="3163847" y="24151"/>
                    <a:pt x="3163847" y="32868"/>
                  </a:cubicBezTo>
                  <a:lnTo>
                    <a:pt x="3163847" y="1561395"/>
                  </a:lnTo>
                  <a:cubicBezTo>
                    <a:pt x="3163847" y="1570113"/>
                    <a:pt x="3160384" y="1578473"/>
                    <a:pt x="3154220" y="1584637"/>
                  </a:cubicBezTo>
                  <a:cubicBezTo>
                    <a:pt x="3148056" y="1590801"/>
                    <a:pt x="3139696" y="1594264"/>
                    <a:pt x="3130978" y="1594264"/>
                  </a:cubicBezTo>
                  <a:lnTo>
                    <a:pt x="32868" y="1594264"/>
                  </a:lnTo>
                  <a:cubicBezTo>
                    <a:pt x="24151" y="1594264"/>
                    <a:pt x="15791" y="1590801"/>
                    <a:pt x="9627" y="1584637"/>
                  </a:cubicBezTo>
                  <a:cubicBezTo>
                    <a:pt x="3463" y="1578473"/>
                    <a:pt x="0" y="1570113"/>
                    <a:pt x="0" y="1561395"/>
                  </a:cubicBezTo>
                  <a:lnTo>
                    <a:pt x="0" y="32868"/>
                  </a:lnTo>
                  <a:cubicBezTo>
                    <a:pt x="0" y="24151"/>
                    <a:pt x="3463" y="15791"/>
                    <a:pt x="9627" y="9627"/>
                  </a:cubicBezTo>
                  <a:cubicBezTo>
                    <a:pt x="15791" y="3463"/>
                    <a:pt x="24151" y="0"/>
                    <a:pt x="32868" y="0"/>
                  </a:cubicBezTo>
                  <a:close/>
                </a:path>
              </a:pathLst>
            </a:custGeom>
            <a:solidFill>
              <a:srgbClr val="D1D1D1">
                <a:alpha val="62745"/>
              </a:srgbClr>
            </a:solidFill>
            <a:ln w="19050" cap="rnd">
              <a:solidFill>
                <a:srgbClr val="000000">
                  <a:alpha val="62745"/>
                </a:srgbClr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163847" cy="1641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99067" y="1945668"/>
            <a:ext cx="5158783" cy="2895962"/>
            <a:chOff x="0" y="0"/>
            <a:chExt cx="1358692" cy="7627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5370" y="0"/>
              <a:ext cx="1327953" cy="762723"/>
            </a:xfrm>
            <a:custGeom>
              <a:avLst/>
              <a:gdLst/>
              <a:ahLst/>
              <a:cxnLst/>
              <a:rect r="r" b="b" t="t" l="l"/>
              <a:pathLst>
                <a:path h="762723" w="1327953">
                  <a:moveTo>
                    <a:pt x="1314388" y="435664"/>
                  </a:moveTo>
                  <a:lnTo>
                    <a:pt x="1169056" y="708420"/>
                  </a:lnTo>
                  <a:cubicBezTo>
                    <a:pt x="1151247" y="741842"/>
                    <a:pt x="1116462" y="762723"/>
                    <a:pt x="1078592" y="762723"/>
                  </a:cubicBezTo>
                  <a:lnTo>
                    <a:pt x="249360" y="762723"/>
                  </a:lnTo>
                  <a:cubicBezTo>
                    <a:pt x="211489" y="762723"/>
                    <a:pt x="176704" y="741842"/>
                    <a:pt x="158896" y="708420"/>
                  </a:cubicBezTo>
                  <a:lnTo>
                    <a:pt x="13564" y="435664"/>
                  </a:lnTo>
                  <a:cubicBezTo>
                    <a:pt x="-4522" y="401721"/>
                    <a:pt x="-4522" y="361002"/>
                    <a:pt x="13564" y="327059"/>
                  </a:cubicBezTo>
                  <a:lnTo>
                    <a:pt x="158896" y="54302"/>
                  </a:lnTo>
                  <a:cubicBezTo>
                    <a:pt x="176704" y="20880"/>
                    <a:pt x="211489" y="0"/>
                    <a:pt x="249360" y="0"/>
                  </a:cubicBezTo>
                  <a:lnTo>
                    <a:pt x="1078592" y="0"/>
                  </a:lnTo>
                  <a:cubicBezTo>
                    <a:pt x="1116462" y="0"/>
                    <a:pt x="1151247" y="20880"/>
                    <a:pt x="1169056" y="54302"/>
                  </a:cubicBezTo>
                  <a:lnTo>
                    <a:pt x="1314388" y="327059"/>
                  </a:lnTo>
                  <a:cubicBezTo>
                    <a:pt x="1332474" y="361002"/>
                    <a:pt x="1332474" y="401721"/>
                    <a:pt x="1314388" y="435664"/>
                  </a:cubicBezTo>
                  <a:close/>
                </a:path>
              </a:pathLst>
            </a:custGeom>
            <a:solidFill>
              <a:srgbClr val="F8E8DB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14300" y="-47625"/>
              <a:ext cx="1130092" cy="810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99067" y="2971477"/>
            <a:ext cx="15889867" cy="6053220"/>
            <a:chOff x="0" y="0"/>
            <a:chExt cx="4184986" cy="15942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84986" cy="1594264"/>
            </a:xfrm>
            <a:custGeom>
              <a:avLst/>
              <a:gdLst/>
              <a:ahLst/>
              <a:cxnLst/>
              <a:rect r="r" b="b" t="t" l="l"/>
              <a:pathLst>
                <a:path h="1594264" w="4184986">
                  <a:moveTo>
                    <a:pt x="24848" y="0"/>
                  </a:moveTo>
                  <a:lnTo>
                    <a:pt x="4160137" y="0"/>
                  </a:lnTo>
                  <a:cubicBezTo>
                    <a:pt x="4173861" y="0"/>
                    <a:pt x="4184986" y="11125"/>
                    <a:pt x="4184986" y="24848"/>
                  </a:cubicBezTo>
                  <a:lnTo>
                    <a:pt x="4184986" y="1569415"/>
                  </a:lnTo>
                  <a:cubicBezTo>
                    <a:pt x="4184986" y="1576005"/>
                    <a:pt x="4182368" y="1582326"/>
                    <a:pt x="4177708" y="1586986"/>
                  </a:cubicBezTo>
                  <a:cubicBezTo>
                    <a:pt x="4173048" y="1591646"/>
                    <a:pt x="4166727" y="1594264"/>
                    <a:pt x="4160137" y="1594264"/>
                  </a:cubicBezTo>
                  <a:lnTo>
                    <a:pt x="24848" y="1594264"/>
                  </a:lnTo>
                  <a:cubicBezTo>
                    <a:pt x="18258" y="1594264"/>
                    <a:pt x="11938" y="1591646"/>
                    <a:pt x="7278" y="1586986"/>
                  </a:cubicBezTo>
                  <a:cubicBezTo>
                    <a:pt x="2618" y="1582326"/>
                    <a:pt x="0" y="1576005"/>
                    <a:pt x="0" y="1569415"/>
                  </a:cubicBezTo>
                  <a:lnTo>
                    <a:pt x="0" y="24848"/>
                  </a:lnTo>
                  <a:cubicBezTo>
                    <a:pt x="0" y="18258"/>
                    <a:pt x="2618" y="11938"/>
                    <a:pt x="7278" y="7278"/>
                  </a:cubicBezTo>
                  <a:cubicBezTo>
                    <a:pt x="11938" y="2618"/>
                    <a:pt x="18258" y="0"/>
                    <a:pt x="24848" y="0"/>
                  </a:cubicBezTo>
                  <a:close/>
                </a:path>
              </a:pathLst>
            </a:custGeom>
            <a:solidFill>
              <a:srgbClr val="F8E8DB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84986" cy="1641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782060" y="3621827"/>
            <a:ext cx="4594126" cy="4752518"/>
            <a:chOff x="0" y="0"/>
            <a:chExt cx="1540610" cy="15937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0610" cy="1593725"/>
            </a:xfrm>
            <a:custGeom>
              <a:avLst/>
              <a:gdLst/>
              <a:ahLst/>
              <a:cxnLst/>
              <a:rect r="r" b="b" t="t" l="l"/>
              <a:pathLst>
                <a:path h="1593725" w="1540610">
                  <a:moveTo>
                    <a:pt x="32018" y="0"/>
                  </a:moveTo>
                  <a:lnTo>
                    <a:pt x="1508591" y="0"/>
                  </a:lnTo>
                  <a:cubicBezTo>
                    <a:pt x="1517083" y="0"/>
                    <a:pt x="1525227" y="3373"/>
                    <a:pt x="1531232" y="9378"/>
                  </a:cubicBezTo>
                  <a:cubicBezTo>
                    <a:pt x="1537236" y="15383"/>
                    <a:pt x="1540610" y="23527"/>
                    <a:pt x="1540610" y="32018"/>
                  </a:cubicBezTo>
                  <a:lnTo>
                    <a:pt x="1540610" y="1561707"/>
                  </a:lnTo>
                  <a:cubicBezTo>
                    <a:pt x="1540610" y="1570199"/>
                    <a:pt x="1537236" y="1578343"/>
                    <a:pt x="1531232" y="1584348"/>
                  </a:cubicBezTo>
                  <a:cubicBezTo>
                    <a:pt x="1525227" y="1590352"/>
                    <a:pt x="1517083" y="1593725"/>
                    <a:pt x="1508591" y="1593725"/>
                  </a:cubicBezTo>
                  <a:lnTo>
                    <a:pt x="32018" y="1593725"/>
                  </a:lnTo>
                  <a:cubicBezTo>
                    <a:pt x="14335" y="1593725"/>
                    <a:pt x="0" y="1579390"/>
                    <a:pt x="0" y="1561707"/>
                  </a:cubicBezTo>
                  <a:lnTo>
                    <a:pt x="0" y="32018"/>
                  </a:lnTo>
                  <a:cubicBezTo>
                    <a:pt x="0" y="23527"/>
                    <a:pt x="3373" y="15383"/>
                    <a:pt x="9378" y="9378"/>
                  </a:cubicBezTo>
                  <a:cubicBezTo>
                    <a:pt x="15383" y="3373"/>
                    <a:pt x="23527" y="0"/>
                    <a:pt x="3201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677" r="0" b="-677"/>
              </a:stretch>
            </a:blipFill>
            <a:ln w="19050" cap="sq">
              <a:solidFill>
                <a:srgbClr val="010101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451344" y="7540907"/>
            <a:ext cx="3255558" cy="670821"/>
            <a:chOff x="0" y="0"/>
            <a:chExt cx="693015" cy="14279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3015" cy="142798"/>
            </a:xfrm>
            <a:custGeom>
              <a:avLst/>
              <a:gdLst/>
              <a:ahLst/>
              <a:cxnLst/>
              <a:rect r="r" b="b" t="t" l="l"/>
              <a:pathLst>
                <a:path h="142798" w="693015">
                  <a:moveTo>
                    <a:pt x="71399" y="0"/>
                  </a:moveTo>
                  <a:lnTo>
                    <a:pt x="621616" y="0"/>
                  </a:lnTo>
                  <a:cubicBezTo>
                    <a:pt x="661049" y="0"/>
                    <a:pt x="693015" y="31967"/>
                    <a:pt x="693015" y="71399"/>
                  </a:cubicBezTo>
                  <a:lnTo>
                    <a:pt x="693015" y="71399"/>
                  </a:lnTo>
                  <a:cubicBezTo>
                    <a:pt x="693015" y="90335"/>
                    <a:pt x="685493" y="108496"/>
                    <a:pt x="672103" y="121886"/>
                  </a:cubicBezTo>
                  <a:cubicBezTo>
                    <a:pt x="658713" y="135276"/>
                    <a:pt x="640552" y="142798"/>
                    <a:pt x="621616" y="142798"/>
                  </a:cubicBezTo>
                  <a:lnTo>
                    <a:pt x="71399" y="142798"/>
                  </a:lnTo>
                  <a:cubicBezTo>
                    <a:pt x="31967" y="142798"/>
                    <a:pt x="0" y="110832"/>
                    <a:pt x="0" y="71399"/>
                  </a:cubicBezTo>
                  <a:lnTo>
                    <a:pt x="0" y="71399"/>
                  </a:lnTo>
                  <a:cubicBezTo>
                    <a:pt x="0" y="31967"/>
                    <a:pt x="31967" y="0"/>
                    <a:pt x="71399" y="0"/>
                  </a:cubicBezTo>
                  <a:close/>
                </a:path>
              </a:pathLst>
            </a:custGeom>
            <a:solidFill>
              <a:srgbClr val="D1D1D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693015" cy="190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914642" y="8586366"/>
            <a:ext cx="1585540" cy="1017628"/>
          </a:xfrm>
          <a:custGeom>
            <a:avLst/>
            <a:gdLst/>
            <a:ahLst/>
            <a:cxnLst/>
            <a:rect r="r" b="b" t="t" l="l"/>
            <a:pathLst>
              <a:path h="1017628" w="1585540">
                <a:moveTo>
                  <a:pt x="0" y="0"/>
                </a:moveTo>
                <a:lnTo>
                  <a:pt x="1585540" y="0"/>
                </a:lnTo>
                <a:lnTo>
                  <a:pt x="1585540" y="1017628"/>
                </a:lnTo>
                <a:lnTo>
                  <a:pt x="0" y="10176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831918" y="391419"/>
            <a:ext cx="1238854" cy="1285603"/>
          </a:xfrm>
          <a:custGeom>
            <a:avLst/>
            <a:gdLst/>
            <a:ahLst/>
            <a:cxnLst/>
            <a:rect r="r" b="b" t="t" l="l"/>
            <a:pathLst>
              <a:path h="1285603" w="1238854">
                <a:moveTo>
                  <a:pt x="0" y="0"/>
                </a:moveTo>
                <a:lnTo>
                  <a:pt x="1238853" y="0"/>
                </a:lnTo>
                <a:lnTo>
                  <a:pt x="1238853" y="1285603"/>
                </a:lnTo>
                <a:lnTo>
                  <a:pt x="0" y="12856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278119" y="6640504"/>
            <a:ext cx="5596168" cy="142074"/>
          </a:xfrm>
          <a:custGeom>
            <a:avLst/>
            <a:gdLst/>
            <a:ahLst/>
            <a:cxnLst/>
            <a:rect r="r" b="b" t="t" l="l"/>
            <a:pathLst>
              <a:path h="142074" w="5596168">
                <a:moveTo>
                  <a:pt x="0" y="0"/>
                </a:moveTo>
                <a:lnTo>
                  <a:pt x="5596169" y="0"/>
                </a:lnTo>
                <a:lnTo>
                  <a:pt x="5596169" y="142075"/>
                </a:lnTo>
                <a:lnTo>
                  <a:pt x="0" y="1420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-172142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-29506">
            <a:off x="1525805" y="1010780"/>
            <a:ext cx="3208826" cy="280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0"/>
              </a:lnSpc>
              <a:spcBef>
                <a:spcPct val="0"/>
              </a:spcBef>
            </a:pPr>
            <a:r>
              <a:rPr lang="en-US" sz="1707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Professional Profile</a:t>
            </a:r>
          </a:p>
        </p:txBody>
      </p:sp>
      <p:sp>
        <p:nvSpPr>
          <p:cNvPr name="TextBox 20" id="20"/>
          <p:cNvSpPr txBox="true"/>
          <p:nvPr/>
        </p:nvSpPr>
        <p:spPr>
          <a:xfrm rot="-29506">
            <a:off x="16377123" y="1010780"/>
            <a:ext cx="1197347" cy="280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0"/>
              </a:lnSpc>
              <a:spcBef>
                <a:spcPct val="0"/>
              </a:spcBef>
            </a:pPr>
            <a:r>
              <a:rPr lang="en-US" sz="1707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2026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78119" y="5113993"/>
            <a:ext cx="6205411" cy="1235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3"/>
              </a:lnSpc>
            </a:pPr>
            <a:r>
              <a:rPr lang="en-US" sz="7994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Ethan Clarke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78119" y="4493021"/>
            <a:ext cx="2149356" cy="55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7"/>
              </a:lnSpc>
            </a:pPr>
            <a:r>
              <a:rPr lang="en-US" sz="3597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Hello, I'm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328250" y="7203503"/>
            <a:ext cx="6342811" cy="540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26"/>
              </a:lnSpc>
              <a:spcBef>
                <a:spcPct val="0"/>
              </a:spcBef>
            </a:pPr>
            <a:r>
              <a:rPr lang="en-US" sz="1590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A Results-Driven Professional Dedicated to Delivering Excellence, Strategic Growth, and Meaningful Impact in Every Role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955404" y="7669625"/>
            <a:ext cx="2247439" cy="290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37"/>
              </a:lnSpc>
              <a:spcBef>
                <a:spcPct val="0"/>
              </a:spcBef>
            </a:pPr>
            <a:r>
              <a:rPr lang="en-US" b="true" sz="1669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Senior Strategist</a:t>
            </a:r>
          </a:p>
        </p:txBody>
      </p:sp>
      <p:sp>
        <p:nvSpPr>
          <p:cNvPr name="Freeform 25" id="25"/>
          <p:cNvSpPr/>
          <p:nvPr/>
        </p:nvSpPr>
        <p:spPr>
          <a:xfrm flipH="false" flipV="true" rot="2012422">
            <a:off x="9482768" y="4773655"/>
            <a:ext cx="1731190" cy="739690"/>
          </a:xfrm>
          <a:custGeom>
            <a:avLst/>
            <a:gdLst/>
            <a:ahLst/>
            <a:cxnLst/>
            <a:rect r="r" b="b" t="t" l="l"/>
            <a:pathLst>
              <a:path h="739690" w="1731190">
                <a:moveTo>
                  <a:pt x="0" y="739690"/>
                </a:moveTo>
                <a:lnTo>
                  <a:pt x="1731191" y="739690"/>
                </a:lnTo>
                <a:lnTo>
                  <a:pt x="1731191" y="0"/>
                </a:lnTo>
                <a:lnTo>
                  <a:pt x="0" y="0"/>
                </a:lnTo>
                <a:lnTo>
                  <a:pt x="0" y="73969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true" rot="-838446">
            <a:off x="15181355" y="7949907"/>
            <a:ext cx="1731190" cy="739690"/>
          </a:xfrm>
          <a:custGeom>
            <a:avLst/>
            <a:gdLst/>
            <a:ahLst/>
            <a:cxnLst/>
            <a:rect r="r" b="b" t="t" l="l"/>
            <a:pathLst>
              <a:path h="739690" w="1731190">
                <a:moveTo>
                  <a:pt x="1731190" y="739690"/>
                </a:moveTo>
                <a:lnTo>
                  <a:pt x="0" y="739690"/>
                </a:lnTo>
                <a:lnTo>
                  <a:pt x="0" y="0"/>
                </a:lnTo>
                <a:lnTo>
                  <a:pt x="1731190" y="0"/>
                </a:lnTo>
                <a:lnTo>
                  <a:pt x="1731190" y="73969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020048" y="1028700"/>
            <a:ext cx="358037" cy="350876"/>
            <a:chOff x="0" y="0"/>
            <a:chExt cx="635000" cy="6223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5000" cy="622300"/>
            </a:xfrm>
            <a:custGeom>
              <a:avLst/>
              <a:gdLst/>
              <a:ahLst/>
              <a:cxnLst/>
              <a:rect r="r" b="b" t="t" l="l"/>
              <a:pathLst>
                <a:path h="622300" w="6350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46050" y="139700"/>
              <a:ext cx="3429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80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13151" y="2176976"/>
            <a:ext cx="3502743" cy="6592570"/>
            <a:chOff x="0" y="0"/>
            <a:chExt cx="18302393" cy="344472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302393" cy="34447234"/>
            </a:xfrm>
            <a:custGeom>
              <a:avLst/>
              <a:gdLst/>
              <a:ahLst/>
              <a:cxnLst/>
              <a:rect r="r" b="b" t="t" l="l"/>
              <a:pathLst>
                <a:path h="34447234" w="18302393">
                  <a:moveTo>
                    <a:pt x="53046" y="0"/>
                  </a:moveTo>
                  <a:lnTo>
                    <a:pt x="18249347" y="0"/>
                  </a:lnTo>
                  <a:cubicBezTo>
                    <a:pt x="18278644" y="0"/>
                    <a:pt x="18302393" y="23749"/>
                    <a:pt x="18302393" y="53046"/>
                  </a:cubicBezTo>
                  <a:lnTo>
                    <a:pt x="18302393" y="34394189"/>
                  </a:lnTo>
                  <a:cubicBezTo>
                    <a:pt x="18302393" y="34423483"/>
                    <a:pt x="18278644" y="34447234"/>
                    <a:pt x="18249347" y="34447234"/>
                  </a:cubicBezTo>
                  <a:lnTo>
                    <a:pt x="53046" y="34447234"/>
                  </a:lnTo>
                  <a:cubicBezTo>
                    <a:pt x="23749" y="34447234"/>
                    <a:pt x="0" y="34423483"/>
                    <a:pt x="0" y="34394189"/>
                  </a:cubicBezTo>
                  <a:lnTo>
                    <a:pt x="0" y="53046"/>
                  </a:lnTo>
                  <a:cubicBezTo>
                    <a:pt x="0" y="23749"/>
                    <a:pt x="23749" y="0"/>
                    <a:pt x="53046" y="0"/>
                  </a:cubicBezTo>
                  <a:close/>
                </a:path>
              </a:pathLst>
            </a:custGeom>
            <a:blipFill>
              <a:blip r:embed="rId2"/>
              <a:stretch>
                <a:fillRect l="-228" t="0" r="-228" b="0"/>
              </a:stretch>
            </a:blipFill>
            <a:ln w="1905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0" y="2190253"/>
            <a:ext cx="3312412" cy="3124712"/>
            <a:chOff x="0" y="0"/>
            <a:chExt cx="872405" cy="8229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72405" cy="822969"/>
            </a:xfrm>
            <a:custGeom>
              <a:avLst/>
              <a:gdLst/>
              <a:ahLst/>
              <a:cxnLst/>
              <a:rect r="r" b="b" t="t" l="l"/>
              <a:pathLst>
                <a:path h="822969" w="872405">
                  <a:moveTo>
                    <a:pt x="56094" y="0"/>
                  </a:moveTo>
                  <a:lnTo>
                    <a:pt x="816311" y="0"/>
                  </a:lnTo>
                  <a:cubicBezTo>
                    <a:pt x="847291" y="0"/>
                    <a:pt x="872405" y="25114"/>
                    <a:pt x="872405" y="56094"/>
                  </a:cubicBezTo>
                  <a:lnTo>
                    <a:pt x="872405" y="766876"/>
                  </a:lnTo>
                  <a:cubicBezTo>
                    <a:pt x="872405" y="797855"/>
                    <a:pt x="847291" y="822969"/>
                    <a:pt x="816311" y="822969"/>
                  </a:cubicBezTo>
                  <a:lnTo>
                    <a:pt x="56094" y="822969"/>
                  </a:lnTo>
                  <a:cubicBezTo>
                    <a:pt x="41217" y="822969"/>
                    <a:pt x="26949" y="817060"/>
                    <a:pt x="16430" y="806540"/>
                  </a:cubicBezTo>
                  <a:cubicBezTo>
                    <a:pt x="5910" y="796020"/>
                    <a:pt x="0" y="781753"/>
                    <a:pt x="0" y="766876"/>
                  </a:cubicBezTo>
                  <a:lnTo>
                    <a:pt x="0" y="56094"/>
                  </a:lnTo>
                  <a:cubicBezTo>
                    <a:pt x="0" y="25114"/>
                    <a:pt x="25114" y="0"/>
                    <a:pt x="56094" y="0"/>
                  </a:cubicBezTo>
                  <a:close/>
                </a:path>
              </a:pathLst>
            </a:custGeom>
            <a:solidFill>
              <a:srgbClr val="F8E8DB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872405" cy="927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0" y="5644834"/>
            <a:ext cx="3312412" cy="3124712"/>
            <a:chOff x="0" y="0"/>
            <a:chExt cx="872405" cy="8229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72405" cy="822969"/>
            </a:xfrm>
            <a:custGeom>
              <a:avLst/>
              <a:gdLst/>
              <a:ahLst/>
              <a:cxnLst/>
              <a:rect r="r" b="b" t="t" l="l"/>
              <a:pathLst>
                <a:path h="822969" w="872405">
                  <a:moveTo>
                    <a:pt x="56094" y="0"/>
                  </a:moveTo>
                  <a:lnTo>
                    <a:pt x="816311" y="0"/>
                  </a:lnTo>
                  <a:cubicBezTo>
                    <a:pt x="847291" y="0"/>
                    <a:pt x="872405" y="25114"/>
                    <a:pt x="872405" y="56094"/>
                  </a:cubicBezTo>
                  <a:lnTo>
                    <a:pt x="872405" y="766876"/>
                  </a:lnTo>
                  <a:cubicBezTo>
                    <a:pt x="872405" y="797855"/>
                    <a:pt x="847291" y="822969"/>
                    <a:pt x="816311" y="822969"/>
                  </a:cubicBezTo>
                  <a:lnTo>
                    <a:pt x="56094" y="822969"/>
                  </a:lnTo>
                  <a:cubicBezTo>
                    <a:pt x="41217" y="822969"/>
                    <a:pt x="26949" y="817060"/>
                    <a:pt x="16430" y="806540"/>
                  </a:cubicBezTo>
                  <a:cubicBezTo>
                    <a:pt x="5910" y="796020"/>
                    <a:pt x="0" y="781753"/>
                    <a:pt x="0" y="766876"/>
                  </a:cubicBezTo>
                  <a:lnTo>
                    <a:pt x="0" y="56094"/>
                  </a:lnTo>
                  <a:cubicBezTo>
                    <a:pt x="0" y="25114"/>
                    <a:pt x="25114" y="0"/>
                    <a:pt x="56094" y="0"/>
                  </a:cubicBezTo>
                  <a:close/>
                </a:path>
              </a:pathLst>
            </a:custGeom>
            <a:solidFill>
              <a:srgbClr val="F8E8DB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04775"/>
              <a:ext cx="872405" cy="927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5665188" y="9029761"/>
            <a:ext cx="1250711" cy="457078"/>
          </a:xfrm>
          <a:custGeom>
            <a:avLst/>
            <a:gdLst/>
            <a:ahLst/>
            <a:cxnLst/>
            <a:rect r="r" b="b" t="t" l="l"/>
            <a:pathLst>
              <a:path h="457078" w="1250711">
                <a:moveTo>
                  <a:pt x="0" y="0"/>
                </a:moveTo>
                <a:lnTo>
                  <a:pt x="1250711" y="0"/>
                </a:lnTo>
                <a:lnTo>
                  <a:pt x="1250711" y="457078"/>
                </a:lnTo>
                <a:lnTo>
                  <a:pt x="0" y="4570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773528" y="1752711"/>
            <a:ext cx="848530" cy="848530"/>
          </a:xfrm>
          <a:custGeom>
            <a:avLst/>
            <a:gdLst/>
            <a:ahLst/>
            <a:cxnLst/>
            <a:rect r="r" b="b" t="t" l="l"/>
            <a:pathLst>
              <a:path h="848530" w="848530">
                <a:moveTo>
                  <a:pt x="0" y="0"/>
                </a:moveTo>
                <a:lnTo>
                  <a:pt x="848530" y="0"/>
                </a:lnTo>
                <a:lnTo>
                  <a:pt x="848530" y="848530"/>
                </a:lnTo>
                <a:lnTo>
                  <a:pt x="0" y="8485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031088" y="5314965"/>
            <a:ext cx="5596168" cy="142074"/>
          </a:xfrm>
          <a:custGeom>
            <a:avLst/>
            <a:gdLst/>
            <a:ahLst/>
            <a:cxnLst/>
            <a:rect r="r" b="b" t="t" l="l"/>
            <a:pathLst>
              <a:path h="142074" w="5596168">
                <a:moveTo>
                  <a:pt x="0" y="0"/>
                </a:moveTo>
                <a:lnTo>
                  <a:pt x="5596169" y="0"/>
                </a:lnTo>
                <a:lnTo>
                  <a:pt x="5596169" y="142074"/>
                </a:lnTo>
                <a:lnTo>
                  <a:pt x="0" y="1420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-172142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031088" y="2181806"/>
            <a:ext cx="6263249" cy="278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94"/>
              </a:lnSpc>
            </a:pPr>
            <a:r>
              <a:rPr lang="en-US" sz="5995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A Professional Built on Expertise &amp; Impact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31088" y="6747658"/>
            <a:ext cx="5805758" cy="921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2"/>
              </a:lnSpc>
            </a:pPr>
            <a:r>
              <a:rPr lang="en-US" sz="1412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Business development, team leadership, process optimization, client relations, and cross-functional project management at scale.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05062" y="6656441"/>
            <a:ext cx="2846196" cy="1235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2"/>
              </a:lnSpc>
            </a:pPr>
            <a:r>
              <a:rPr lang="en-US" sz="1412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Strategic thinking, stakeholder leadership, operational efficiency, and data-driven decision making.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67136" y="6219020"/>
            <a:ext cx="2534083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b="true" sz="1999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Key Strengths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67136" y="2610682"/>
            <a:ext cx="17001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7"/>
              </a:lnSpc>
            </a:pPr>
            <a:r>
              <a:rPr lang="en-US" b="true" sz="2856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What I Do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67136" y="3337796"/>
            <a:ext cx="2609056" cy="1549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2"/>
              </a:lnSpc>
            </a:pPr>
            <a:r>
              <a:rPr lang="en-US" sz="1412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I lead strategy, operations, and growth initiatives — turning complex challenges into clear, actionable solutions that deliver results.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31088" y="6195208"/>
            <a:ext cx="363410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b="true" sz="1999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Core Skills &amp; Services</a:t>
            </a:r>
          </a:p>
        </p:txBody>
      </p:sp>
      <p:sp>
        <p:nvSpPr>
          <p:cNvPr name="TextBox 20" id="20"/>
          <p:cNvSpPr txBox="true"/>
          <p:nvPr/>
        </p:nvSpPr>
        <p:spPr>
          <a:xfrm rot="-29506">
            <a:off x="1525808" y="1010780"/>
            <a:ext cx="3208826" cy="281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8"/>
              </a:lnSpc>
              <a:spcBef>
                <a:spcPct val="0"/>
              </a:spcBef>
            </a:pPr>
            <a:r>
              <a:rPr lang="en-US" sz="1684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Northline Group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20048" y="1028700"/>
            <a:ext cx="358037" cy="350876"/>
            <a:chOff x="0" y="0"/>
            <a:chExt cx="635000" cy="6223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" cy="622300"/>
            </a:xfrm>
            <a:custGeom>
              <a:avLst/>
              <a:gdLst/>
              <a:ahLst/>
              <a:cxnLst/>
              <a:rect r="r" b="b" t="t" l="l"/>
              <a:pathLst>
                <a:path h="622300" w="6350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46050" y="139700"/>
              <a:ext cx="3429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8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-5400000">
            <a:off x="201980" y="4172131"/>
            <a:ext cx="1653440" cy="649351"/>
          </a:xfrm>
          <a:custGeom>
            <a:avLst/>
            <a:gdLst/>
            <a:ahLst/>
            <a:cxnLst/>
            <a:rect r="r" b="b" t="t" l="l"/>
            <a:pathLst>
              <a:path h="649351" w="1653440">
                <a:moveTo>
                  <a:pt x="0" y="0"/>
                </a:moveTo>
                <a:lnTo>
                  <a:pt x="1653440" y="0"/>
                </a:lnTo>
                <a:lnTo>
                  <a:pt x="1653440" y="649351"/>
                </a:lnTo>
                <a:lnTo>
                  <a:pt x="0" y="6493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true" flipV="false" rot="6962781">
            <a:off x="15777868" y="8444871"/>
            <a:ext cx="1653440" cy="649351"/>
          </a:xfrm>
          <a:custGeom>
            <a:avLst/>
            <a:gdLst/>
            <a:ahLst/>
            <a:cxnLst/>
            <a:rect r="r" b="b" t="t" l="l"/>
            <a:pathLst>
              <a:path h="649351" w="1653440">
                <a:moveTo>
                  <a:pt x="1653440" y="0"/>
                </a:moveTo>
                <a:lnTo>
                  <a:pt x="0" y="0"/>
                </a:lnTo>
                <a:lnTo>
                  <a:pt x="0" y="649351"/>
                </a:lnTo>
                <a:lnTo>
                  <a:pt x="1653440" y="649351"/>
                </a:lnTo>
                <a:lnTo>
                  <a:pt x="165344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DAHWesrVTlo</dc:identifier>
  <dcterms:modified xsi:type="dcterms:W3CDTF">2011-08-01T06:04:30Z</dcterms:modified>
  <cp:revision>1</cp:revision>
  <dc:title>Modern Page Redesign</dc:title>
</cp:coreProperties>
</file>